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F2D55">
              <a:alpha val="12000"/>
            </a:srgbClr>
          </a:solidFill>
          <a:ln w="12700">
            <a:solidFill>
              <a:srgbClr val="FF2D5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365760"/>
            <a:ext cx="3200400" cy="3200400"/>
          </a:xfrm>
          <a:prstGeom prst="ellipse">
            <a:avLst/>
          </a:prstGeom>
          <a:solidFill>
            <a:srgbClr val="FF2D55">
              <a:alpha val="8000"/>
            </a:srgbClr>
          </a:solidFill>
          <a:ln w="12700">
            <a:solidFill>
              <a:srgbClr val="FF2D55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0292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● LIVE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9EFF"/>
                </a:solidFill>
              </a:rPr>
              <a:t>Google AI Sekho Program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CIRO</a:t>
            </a:r>
            <a:endParaRPr lang="en-US" sz="90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8404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Intelligence &amp;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Orchestrator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Decide. Respond — Powered by Agentic 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530352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69080"/>
            <a:ext cx="54864" cy="7772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500"/>
                </a:solidFill>
              </a:rPr>
              <a:t>Team Members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Saqib Azair   •   Hiba Zari Nadeem   •   Shahbano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0" y="4297680"/>
            <a:ext cx="182880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429768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</a:rPr>
              <a:t>Google Antigravity
</a:t>
            </a:r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Hackathon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2D55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We're Solving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06040" cy="457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Urban Flooding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606040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43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Outages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51560"/>
            <a:ext cx="2606040" cy="4572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43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504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Road Accidents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03120"/>
            <a:ext cx="54864" cy="54864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103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systems are FRAGMENTED — no single source of truth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841248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61488"/>
            <a:ext cx="54864" cy="54864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61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27614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are SLOW — critical signals are missed or delayed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841248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19856"/>
            <a:ext cx="54864" cy="54864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198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41985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maps &amp; weather data exist but are NOT connected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78224"/>
            <a:ext cx="841248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78224"/>
            <a:ext cx="54864" cy="54864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40782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system converts signals into ACTIONABLE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084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CIRO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2560320"/>
          </a:xfrm>
          <a:prstGeom prst="rect">
            <a:avLst/>
          </a:prstGeom>
          <a:solidFill>
            <a:srgbClr val="1419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96596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9E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weather alerts &amp; traffic reports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331720"/>
            <a:ext cx="210312" cy="4572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097280"/>
            <a:ext cx="1965960" cy="2560320"/>
          </a:xfrm>
          <a:prstGeom prst="rect">
            <a:avLst/>
          </a:prstGeom>
          <a:solidFill>
            <a:srgbClr val="141927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097280"/>
            <a:ext cx="1965960" cy="548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F5AF2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96312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496312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87752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crisis type, severity &amp; location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62272" y="2331720"/>
            <a:ext cx="210312" cy="4572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584" y="1097280"/>
            <a:ext cx="1965960" cy="2560320"/>
          </a:xfrm>
          <a:prstGeom prst="rect">
            <a:avLst/>
          </a:prstGeom>
          <a:solidFill>
            <a:srgbClr val="1419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2584" y="1097280"/>
            <a:ext cx="1965960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9500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72584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672584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64024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coordinated response 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38544" y="2331720"/>
            <a:ext cx="210312" cy="4572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1097280"/>
            <a:ext cx="1965960" cy="2560320"/>
          </a:xfrm>
          <a:prstGeom prst="rect">
            <a:avLst/>
          </a:prstGeom>
          <a:solidFill>
            <a:srgbClr val="141927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48856" y="1097280"/>
            <a:ext cx="1965960" cy="5486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084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48856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48856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40296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rescue, alerts &amp; rerouting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794760"/>
            <a:ext cx="850392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794760"/>
            <a:ext cx="54864" cy="685800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Antigravity — orchestrating 4 specialized AI agents with full reasoning traces, before/after state visualization, and real-time simulation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F5AF2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474720"/>
          </a:xfrm>
          <a:prstGeom prst="rect">
            <a:avLst/>
          </a:prstGeom>
          <a:solidFill>
            <a:srgbClr val="1419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3200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INPUTS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1645920" cy="82296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(Urdu/Roman Urdu/English)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1645920" cy="82296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Weather Alerts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(Rainfall, Heatwave)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1645920" cy="82296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6616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Traffic Reports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(Congestion data)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097280"/>
            <a:ext cx="2286000" cy="3474720"/>
          </a:xfrm>
          <a:prstGeom prst="rect">
            <a:avLst/>
          </a:prstGeom>
          <a:solidFill>
            <a:srgbClr val="141927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097280"/>
            <a:ext cx="2286000" cy="32004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4 AI 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1554480"/>
            <a:ext cx="201168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1554480"/>
            <a:ext cx="54864" cy="62179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155448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9EFF"/>
                </a:solidFill>
              </a:rPr>
              <a:t>AGT-1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3008" y="1554480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97480" y="2304288"/>
            <a:ext cx="201168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2304288"/>
            <a:ext cx="54864" cy="62179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30428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F5AF2"/>
                </a:solidFill>
              </a:rPr>
              <a:t>AGT-2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93008" y="230428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Detection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97480" y="3054096"/>
            <a:ext cx="201168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3054096"/>
            <a:ext cx="54864" cy="62179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30540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500"/>
                </a:solidFill>
              </a:rPr>
              <a:t>AGT-3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93008" y="3054096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Planning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3803904"/>
            <a:ext cx="201168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803904"/>
            <a:ext cx="54864" cy="621792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8039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084"/>
                </a:solidFill>
              </a:rPr>
              <a:t>AGT-4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93008" y="3803904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Sim.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97480" y="4434840"/>
            <a:ext cx="2011680" cy="0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2834640" y="4498848"/>
            <a:ext cx="1737360" cy="201168"/>
          </a:xfrm>
          <a:prstGeom prst="roundRect">
            <a:avLst>
              <a:gd name="adj" fmla="val 18182"/>
            </a:avLst>
          </a:prstGeom>
          <a:solidFill>
            <a:srgbClr val="2D1F4A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4498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F5AF2"/>
                </a:solidFill>
              </a:rPr>
              <a:t>Gemini API · Google Antigravity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12080" y="1097280"/>
            <a:ext cx="3611880" cy="3474720"/>
          </a:xfrm>
          <a:prstGeom prst="rect">
            <a:avLst/>
          </a:prstGeom>
          <a:solidFill>
            <a:srgbClr val="141927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1097280"/>
            <a:ext cx="3611880" cy="320040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097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OUTPUTS &amp; SIMULATION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9240" y="1554480"/>
            <a:ext cx="33375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1554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9788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Crisis Detection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Severity + Confidence 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2148840"/>
            <a:ext cx="33375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21488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89788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 Plan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97880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Priority-ranked response steps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49240" y="2743200"/>
            <a:ext cx="33375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2743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🚑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897880" y="2770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Rescue Dispatch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9788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created, ETA calculated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49240" y="3337560"/>
            <a:ext cx="33375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3375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897880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Traffic Rerouting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3566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routes activated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9240" y="3931920"/>
            <a:ext cx="33375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0680" y="39319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📢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897880" y="3959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Public Alerts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89788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App notifications sent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Scenario: Urban Flooding — G-10 Islamabad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2926080"/>
          </a:xfrm>
          <a:prstGeom prst="rect">
            <a:avLst/>
          </a:prstGeom>
          <a:solidFill>
            <a:srgbClr val="1419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2926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INPUT SIGNALS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7490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63040"/>
            <a:ext cx="54864" cy="6858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2D55"/>
                </a:solidFill>
              </a:rPr>
              <a:t>Twitter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517904"/>
            <a:ext cx="749808" cy="182880"/>
          </a:xfrm>
          <a:prstGeom prst="roundRect">
            <a:avLst>
              <a:gd name="adj" fmla="val 15000"/>
            </a:avLst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1790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CRITICAL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66928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G-10 mein pani bhar gaya hai, gaariyan phans gayi hain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267712"/>
            <a:ext cx="37490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67712"/>
            <a:ext cx="54864" cy="6858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500"/>
                </a:solidFill>
              </a:rPr>
              <a:t>Facebook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2322576"/>
            <a:ext cx="749808" cy="182880"/>
          </a:xfrm>
          <a:prstGeom prst="roundRect">
            <a:avLst>
              <a:gd name="adj" fmla="val 15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3225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66928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 on Murree Road, traffic completely blocked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072384"/>
            <a:ext cx="37490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72384"/>
            <a:ext cx="54864" cy="6858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08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500"/>
                </a:solidFill>
              </a:rPr>
              <a:t>Weather 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3127248"/>
            <a:ext cx="749808" cy="182880"/>
          </a:xfrm>
          <a:prstGeom prst="roundRect">
            <a:avLst>
              <a:gd name="adj" fmla="val 15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1272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66928" y="3319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rainfall: 45mm expected next 3 hours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051560"/>
            <a:ext cx="4251960" cy="2926080"/>
          </a:xfrm>
          <a:prstGeom prst="rect">
            <a:avLst/>
          </a:prstGeom>
          <a:solidFill>
            <a:srgbClr val="141927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051560"/>
            <a:ext cx="4251960" cy="292608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0515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AI OUTPUT &amp; SIMULATION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Crisis Detected: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264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Urban Flooding · Confidence: 94%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847088"/>
            <a:ext cx="397764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Severity: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2648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G-10 Interchange, Islamabad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377440"/>
            <a:ext cx="397764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5237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Action P1: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26480" y="2523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Rescue 1122 Unit A dispatched (ETA 8 mins)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907792"/>
            <a:ext cx="397764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0540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Action P2: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26480" y="30540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Traffic rerouted via Kashmir Highway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38144"/>
            <a:ext cx="397764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Action P3: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45,000 users alerted via SMS + App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968496"/>
            <a:ext cx="397764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Ticket: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2648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EMG-2025-001 created · Status: IN PROGRESS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114800"/>
            <a:ext cx="854964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End-to-end response simulated in &lt; 10 seconds   |   4 agents executed   |   Before/After state logged   |   Full reasoning trace available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E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097280"/>
          </a:xfrm>
          <a:prstGeom prst="rect">
            <a:avLst/>
          </a:prstGeom>
          <a:solidFill>
            <a:srgbClr val="1419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10972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1188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508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Urdu, Roman Urdu &amp; English signals — understands Pakistani crisis reports as they are written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097280"/>
          </a:xfrm>
          <a:prstGeom prst="rect">
            <a:avLst/>
          </a:prstGeom>
          <a:solidFill>
            <a:srgbClr val="141927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97280"/>
            <a:ext cx="54864" cy="109728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22392" y="1188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Specialized AI Agents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22392" y="1508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 → Crisis Detection → Action Planning → Execution Simulation, all with traceable reasoning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160520" cy="1097280"/>
          </a:xfrm>
          <a:prstGeom prst="rect">
            <a:avLst/>
          </a:prstGeom>
          <a:solidFill>
            <a:srgbClr val="1419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77440"/>
            <a:ext cx="54864" cy="10972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7552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7889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crisis detection comes with a confidence % and explanation of which signals triggered the alert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160520" cy="1097280"/>
          </a:xfrm>
          <a:prstGeom prst="rect">
            <a:avLst/>
          </a:prstGeom>
          <a:solidFill>
            <a:srgbClr val="141927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77440"/>
            <a:ext cx="54864" cy="1097280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22392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Simulation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22392" y="27889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of city state before and after response — judges can see actual system state changes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60520" cy="1097280"/>
          </a:xfrm>
          <a:prstGeom prst="rect">
            <a:avLst/>
          </a:prstGeom>
          <a:solidFill>
            <a:srgbClr val="141927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57600"/>
            <a:ext cx="54864" cy="109728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87552" y="3749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069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emergency theme with real-time signal feed, agent trace view, and one-tap demo scenarios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60520" cy="1097280"/>
          </a:xfrm>
          <a:prstGeom prst="rect">
            <a:avLst/>
          </a:prstGeom>
          <a:solidFill>
            <a:srgbClr val="1419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657600"/>
            <a:ext cx="54864" cy="10972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422392" y="3749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22392" y="4069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 Google Cloud Run, mobile app on Expo — fully accessible for live hackathon demo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F5AF2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1419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91640"/>
            <a:ext cx="45720" cy="42062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916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21992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21992"/>
            <a:ext cx="45720" cy="42062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219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 / Tailwind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52344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52344"/>
            <a:ext cx="45720" cy="42062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523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v6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82696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282696"/>
            <a:ext cx="45720" cy="42062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826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Haptics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13048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813048"/>
            <a:ext cx="45720" cy="42062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130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Notifications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1419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Backend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37560" y="1691640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691640"/>
            <a:ext cx="45720" cy="42062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16916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2221992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2221992"/>
            <a:ext cx="45720" cy="42062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2219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2752344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2752344"/>
            <a:ext cx="45720" cy="42062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27523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3282696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282696"/>
            <a:ext cx="45720" cy="42062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32826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3813048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3813048"/>
            <a:ext cx="45720" cy="42062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38130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config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solidFill>
            <a:srgbClr val="141927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AI &amp; Cloud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1691640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1691640"/>
            <a:ext cx="45720" cy="42062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16916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2221992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2221992"/>
            <a:ext cx="45720" cy="42062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22219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2752344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2752344"/>
            <a:ext cx="45720" cy="42062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27523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3282696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3282696"/>
            <a:ext cx="45720" cy="42062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32826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63640" y="3813048"/>
            <a:ext cx="24688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3640" y="3813048"/>
            <a:ext cx="45720" cy="42062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38130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MCP Server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084"/>
                </a:solidFill>
              </a:rPr>
              <a:t>SCORING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Criteria — How We Score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4964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54864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0" cy="36576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152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of Google Antigravity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3898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orchestration, agent workflows, tool execution, MCP integration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0" y="1280160"/>
            <a:ext cx="2560320" cy="18288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280160"/>
            <a:ext cx="2286000" cy="18288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37360"/>
            <a:ext cx="854964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37360"/>
            <a:ext cx="54864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828800"/>
            <a:ext cx="548640" cy="3657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17922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Agentic Reasoning &amp; Workflow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02996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pipeline: ingestion → detection → planning → simulation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1920240"/>
            <a:ext cx="2560320" cy="18288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920240"/>
            <a:ext cx="1828800" cy="1828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77440"/>
            <a:ext cx="854964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77440"/>
            <a:ext cx="54864" cy="54864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468880"/>
            <a:ext cx="548640" cy="36576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4323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Situation Detection &amp;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267004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fusion, confidence scoring, crisis classification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0" y="2560320"/>
            <a:ext cx="2560320" cy="18288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560320"/>
            <a:ext cx="1828800" cy="18288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17520"/>
            <a:ext cx="854964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17520"/>
            <a:ext cx="54864" cy="5486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108960"/>
            <a:ext cx="548640" cy="3657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30723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 Planning &amp; Simulation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33101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rescue, routing &amp; alert simulation with before/after state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3200400"/>
            <a:ext cx="2560320" cy="18288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200400"/>
            <a:ext cx="1371600" cy="1828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657600"/>
            <a:ext cx="854964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749040"/>
            <a:ext cx="548640" cy="365760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7280" y="3712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Technical Implementation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97280" y="395020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Node.js + React Native architecture, SQLite, REST API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3840480"/>
            <a:ext cx="2560320" cy="18288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3840480"/>
            <a:ext cx="914400" cy="182880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297680"/>
            <a:ext cx="8549640" cy="54864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297680"/>
            <a:ext cx="54864" cy="54864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389120"/>
            <a:ext cx="548640" cy="36576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97280" y="43525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Innovation &amp; UX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45902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emergency theme, Roman Urdu support, one-tap demo scenarios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43600" y="4480560"/>
            <a:ext cx="2560320" cy="18288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4480560"/>
            <a:ext cx="914400" cy="18288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2D55"/>
                </a:solidFill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560320" cy="2743200"/>
          </a:xfrm>
          <a:prstGeom prst="rect">
            <a:avLst/>
          </a:prstGeom>
          <a:solidFill>
            <a:srgbClr val="141927"/>
          </a:solidFill>
          <a:ln w="12700">
            <a:solidFill>
              <a:srgbClr val="FF2D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256032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280160"/>
            <a:ext cx="914400" cy="914400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Saqib Azair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55"/>
                </a:solidFill>
              </a:rPr>
              <a:t>Lead Developer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3017520"/>
            <a:ext cx="182880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90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AI Agents · Cloud Deploy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560320" cy="2743200"/>
          </a:xfrm>
          <a:prstGeom prst="rect">
            <a:avLst/>
          </a:prstGeom>
          <a:solidFill>
            <a:srgbClr val="141927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👩‍💻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 Zari Nadeem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Frontend Developer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3017520"/>
            <a:ext cx="182880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090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UI/UX · Mobile App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1097280"/>
            <a:ext cx="2560320" cy="2743200"/>
          </a:xfrm>
          <a:prstGeom prst="rect">
            <a:avLst/>
          </a:prstGeom>
          <a:solidFill>
            <a:srgbClr val="141927"/>
          </a:solidFill>
          <a:ln w="12700">
            <a:solidFill>
              <a:srgbClr val="BF5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97280"/>
            <a:ext cx="2560320" cy="548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280160"/>
            <a:ext cx="914400" cy="914400"/>
          </a:xfrm>
          <a:prstGeom prst="ellipse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👩‍🔬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08076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Shahbano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5AF2"/>
                </a:solidFill>
              </a:rPr>
              <a:t>AI &amp; Research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3017520"/>
            <a:ext cx="1828800" cy="18288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090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Integration · Data · Testing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C2333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23360"/>
            <a:ext cx="84124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78224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D55"/>
                </a:solidFill>
              </a:rPr>
              <a:t>Google AI Sekho Program  </a:t>
            </a:r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·  Google Antigravity Hackathon 2025  ·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Challenge 3: CIRO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FF2D55">
              <a:alpha val="7000"/>
            </a:srgbClr>
          </a:solidFill>
          <a:ln w="12700">
            <a:solidFill>
              <a:srgbClr val="FF2D55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FF2D55">
              <a:alpha val="10000"/>
            </a:srgbClr>
          </a:solidFill>
          <a:ln w="12700">
            <a:solidFill>
              <a:srgbClr val="FF2D55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CIRO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4572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Decide. Respond.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Antigravity &amp; Gemini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200400"/>
            <a:ext cx="1737360" cy="118872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2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64592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3200400"/>
            <a:ext cx="1737360" cy="118872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2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Types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3200400"/>
            <a:ext cx="1737360" cy="1188720"/>
          </a:xfrm>
          <a:prstGeom prst="rect">
            <a:avLst/>
          </a:prstGeom>
          <a:solidFill>
            <a:srgbClr val="141927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2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66928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Sekho Program  ·  Hackathon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CIRO - Crisis Intelligence &amp; Response Orchestrator</dc:title>
  <dc:subject>PptxGenJS Presentation</dc:subject>
  <dc:creator>PptxGenJS</dc:creator>
  <cp:lastModifiedBy>PptxGenJS</cp:lastModifiedBy>
  <cp:revision>1</cp:revision>
  <dcterms:created xsi:type="dcterms:W3CDTF">2026-05-17T05:11:12Z</dcterms:created>
  <dcterms:modified xsi:type="dcterms:W3CDTF">2026-05-17T05:11:12Z</dcterms:modified>
</cp:coreProperties>
</file>